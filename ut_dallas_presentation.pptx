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6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609998115491103363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534247361734382289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5755977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22683654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688507113565031343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546416136970961223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856745751280489171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602414120055917517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856742705606008442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632681877027057107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074709633584445021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863678529922646230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863677681480472481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863680515896404484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722656637370406535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543556654241514400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543556658554637187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1602419293474689547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856740122989912859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irbnb.com/rooms/856738581530896919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18576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2222"/>
                </a:solidFill>
              </a:defRPr>
            </a:pPr>
            <a:r>
              <a:rPr dirty="0"/>
              <a:t>UT Dallas Airbnb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Top 20 Listings near 75080  •  2026-08-04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5A5F"/>
                </a:solidFill>
              </a:rPr>
              <a:t>Overview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2222"/>
                </a:solidFill>
              </a:rPr>
              <a:t>•  20 most affordable listings near UT Dallas (ZIP 75080), sorted by price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2222"/>
                </a:solidFill>
              </a:rPr>
              <a:t>•  Price range: $46 – $106/night  |  Average: $90/night  |  Median: $96/night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2222"/>
                </a:solidFill>
              </a:rPr>
              <a:t>•  3 Superhosts out of 20 listings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2222"/>
                </a:solidFill>
              </a:rPr>
              <a:t>•  Locations: Richardson (15), Dallas (2), Plano (1), N/A (2)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2222"/>
                </a:solidFill>
              </a:rPr>
              <a:t>•  Property types: Hotels/Hotel rooms (11), Rooms (6), Shared room (1), Other (2)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22222"/>
                </a:solidFill>
              </a:rPr>
              <a:t>•  Data scraped from Airbnb via AirDNA — August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Market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22222"/>
                </a:solidFill>
              </a:defRPr>
            </a:pPr>
            <a:r>
              <a:t>•  Total listings: 72</a:t>
            </a:r>
          </a:p>
          <a:p>
            <a:pPr>
              <a:spcAft>
                <a:spcPts val="1600"/>
              </a:spcAft>
              <a:defRPr sz="2000">
                <a:solidFill>
                  <a:srgbClr val="222222"/>
                </a:solidFill>
              </a:defRPr>
            </a:pPr>
            <a:r>
              <a:t>•  Price range: $46 – $914/night</a:t>
            </a:r>
          </a:p>
          <a:p>
            <a:pPr>
              <a:spcAft>
                <a:spcPts val="1600"/>
              </a:spcAft>
              <a:defRPr sz="2000">
                <a:solidFill>
                  <a:srgbClr val="222222"/>
                </a:solidFill>
              </a:defRPr>
            </a:pPr>
            <a:r>
              <a:t>•  Median price: $152/night</a:t>
            </a:r>
          </a:p>
          <a:p>
            <a:pPr>
              <a:spcAft>
                <a:spcPts val="1600"/>
              </a:spcAft>
              <a:defRPr sz="2000">
                <a:solidFill>
                  <a:srgbClr val="222222"/>
                </a:solidFill>
              </a:defRPr>
            </a:pPr>
            <a:r>
              <a:t>•  Average price: $210/night</a:t>
            </a:r>
          </a:p>
          <a:p>
            <a:pPr>
              <a:spcAft>
                <a:spcPts val="1600"/>
              </a:spcAft>
              <a:defRPr sz="2000">
                <a:solidFill>
                  <a:srgbClr val="222222"/>
                </a:solidFill>
              </a:defRPr>
            </a:pPr>
            <a:r>
              <a:t>•  Superhosts: 6/72</a:t>
            </a:r>
          </a:p>
          <a:p>
            <a:pPr>
              <a:spcAft>
                <a:spcPts val="1600"/>
              </a:spcAft>
              <a:defRPr sz="2000">
                <a:solidFill>
                  <a:srgbClr val="222222"/>
                </a:solidFill>
              </a:defRPr>
            </a:pPr>
            <a:r>
              <a:t>•  Property types: Hotel (29), Room (11), Hotel room (10), Home (7), Apartment (5)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  Shared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$46/night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0.0ba  •  1 guests  •  None★ (0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airbnb.com/rooms/1609998115491103363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#2  Place to stay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$48/night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2 guests  •  3.67★ (3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airbnb.com/rooms/1534247361734382289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#3 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$63/night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0BR / 1.0ba  •  2 guests  •  4.89★ (315 reviews)  •  🏆 Superhost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airbnb.com/rooms/15755977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100"/>
              <a:t>Neighborhood is in an up and coming area.. Older homes but for the most part pretty quite..</a:t>
            </a:r>
          </a:p>
          <a:p>
            <a:r>
              <a:rPr sz="1100"/>
              <a:t>Richardson is Uber friendly</a:t>
            </a:r>
          </a:p>
          <a:p>
            <a:r>
              <a:rPr sz="1100"/>
              <a:t>Dart bus transport is pretty close by.</a:t>
            </a:r>
          </a:p>
          <a:p>
            <a:r>
              <a:rPr sz="1100"/>
              <a:t>Parking: you will have access to park in the driveway in front of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000"/>
              <a:t>My home is very relaxed. However, I ask that you be mindful of your etiquette and follow some basic home rules during your stay. I also ask that you respect the home and everyone in it. Please treat my home as if it were your own.</a:t>
            </a:r>
          </a:p>
          <a:p>
            <a:r>
              <a:rPr sz="1000"/>
              <a:t>I ask that you have open communication with me. If you have any questions or concerns, please feel free to reach out to me at any time.</a:t>
            </a:r>
          </a:p>
          <a:p>
            <a:r>
              <a:rPr sz="1000"/>
              <a:t>Kitchen Rules:</a:t>
            </a:r>
          </a:p>
          <a:p>
            <a:r>
              <a:rPr sz="1000"/>
              <a:t>No cooking is allowed. Only basic meal preparation and reheating in the microwave is permitted.</a:t>
            </a:r>
          </a:p>
          <a:p>
            <a:r>
              <a:rPr sz="1000"/>
              <a:t>Smoking/Drinking Rules:</a:t>
            </a:r>
          </a:p>
          <a:p>
            <a:r>
              <a:rPr sz="1000"/>
              <a:t>Absolutely no smoking or drinking is allowed on or near the property. This is a smoke-free and alcohol-free home.</a:t>
            </a:r>
          </a:p>
          <a:p>
            <a:r>
              <a:rPr sz="1000"/>
              <a:t>Guest Rules:</a:t>
            </a:r>
          </a:p>
          <a:p>
            <a:r>
              <a:rPr sz="1000"/>
              <a:t>Guests that are not on the confirmed reservation are not allowed.</a:t>
            </a:r>
          </a:p>
          <a:p>
            <a:r>
              <a:rPr sz="1000"/>
              <a:t>Quite Hours:</a:t>
            </a:r>
          </a:p>
          <a:p>
            <a:r>
              <a:rPr sz="1000"/>
              <a:t>Quiet hours are from 11 pm to 8am. Please be respectful and courteous to the other people in the home. Keep the volume of your TV and your voice to a minimum.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#4 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$63/night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0BR / 1.0ba  •  2 guests  •  4.89★ (319 reviews)  •  🏆 Superhost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airbnb.com/rooms/22683654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100"/>
              <a:t>Neighborhood is in an up and coming area.. Older homes but for the most part pretty quite..</a:t>
            </a:r>
          </a:p>
          <a:p>
            <a:r>
              <a:rPr sz="1100"/>
              <a:t>Richardson is Uber friendly</a:t>
            </a:r>
          </a:p>
          <a:p>
            <a:r>
              <a:rPr sz="1100"/>
              <a:t>Dart bus transport is pretty close by.</a:t>
            </a:r>
          </a:p>
          <a:p>
            <a:r>
              <a:rPr sz="1100"/>
              <a:t>Parking: you will have access to park in the driveway in front of home.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000"/>
              <a:t>My home is very relaxed. However, I ask that you be mindful of your etiquette and follow some basic home rules during your stay. I also ask that you respect the home and everyone in it, including the Poodles. Please treat my home as if it were your own.</a:t>
            </a:r>
          </a:p>
          <a:p>
            <a:r>
              <a:rPr sz="1000"/>
              <a:t>I ask that you have open communication with me. If you have any questions or concerns, please feel free to reach out to me at any time.</a:t>
            </a:r>
          </a:p>
          <a:p>
            <a:r>
              <a:rPr sz="1000"/>
              <a:t>Kitchen Rules:</a:t>
            </a:r>
          </a:p>
          <a:p>
            <a:r>
              <a:rPr sz="1000"/>
              <a:t>No cooking is allowed. Only basic meal preparation and reheating in the microwave is permitted.</a:t>
            </a:r>
          </a:p>
          <a:p>
            <a:r>
              <a:rPr sz="1000"/>
              <a:t>Smoking/Drinking Rules:</a:t>
            </a:r>
          </a:p>
          <a:p>
            <a:r>
              <a:rPr sz="1000"/>
              <a:t>Absolutely no smoking or drinking is allowed on or near the property. This is a smoke-free and alcohol-free home.</a:t>
            </a:r>
          </a:p>
          <a:p>
            <a:r>
              <a:rPr sz="1000"/>
              <a:t>Guest Rules:</a:t>
            </a:r>
          </a:p>
          <a:p>
            <a:r>
              <a:rPr sz="1000"/>
              <a:t>Guests that are not on the confirmed reservation are not allowed.</a:t>
            </a:r>
          </a:p>
          <a:p>
            <a:r>
              <a:rPr sz="1000"/>
              <a:t>Quite Hours:</a:t>
            </a:r>
          </a:p>
          <a:p>
            <a:r>
              <a:rPr sz="1000"/>
              <a:t>Quiet hours are from 11 pm to 8am. Please be respectful and courteous to the other people in the home. Keep the volume of your TV and your voice to a minimum.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#5  Sonesta Select Dallas Richardson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$86/night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0BR / 0.0ba  •  2 guests  •  4.71★ (76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N/A    🔗 </a:t>
            </a:r>
            <a:r>
              <a:rPr lang="en-US">
                <a:hlinkClick r:id="rId2"/>
              </a:rPr>
              <a:t>airbnb.com/rooms/1688507113565031343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1091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Photo ID and credit card required at check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#6 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$90/night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0BR / 1.0ba  •  2 guests  •  4.9★ (91 reviews)  •  🏆 Superhost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Plano    🔗 </a:t>
            </a:r>
            <a:r>
              <a:rPr lang="en-US">
                <a:hlinkClick r:id="rId2"/>
              </a:rPr>
              <a:t>airbnb.com/rooms/546416136970961223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100"/>
              <a:t>Quiet neighborhood in the residential area of desired Plano. About 1/2 mile from the park where you can walk too if you want. Lots of walking and running space in the neighborhood.</a:t>
            </a:r>
          </a:p>
          <a:p>
            <a:r>
              <a:rPr sz="1100"/>
              <a:t>Street parking.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000"/>
              <a:t>Absolutely no smoking 🚭 , $250 if violated</a:t>
            </a:r>
          </a:p>
          <a:p>
            <a:r>
              <a:rPr sz="1000"/>
              <a:t>Stained carpet $150</a:t>
            </a:r>
          </a:p>
          <a:p>
            <a:r>
              <a:rPr sz="1000"/>
              <a:t>Lost bedroom key $25</a:t>
            </a:r>
          </a:p>
          <a:p>
            <a:r>
              <a:rPr sz="1000"/>
              <a:t>No parties</a:t>
            </a:r>
          </a:p>
          <a:p>
            <a:r>
              <a:rPr sz="1000"/>
              <a:t>Quiet time between 10.30pm - 6am</a:t>
            </a:r>
          </a:p>
          <a:p>
            <a:r>
              <a:rPr sz="1000"/>
              <a:t>Food allowed in kitchen, breakfast area and dining room only.</a:t>
            </a:r>
          </a:p>
          <a:p>
            <a:r>
              <a:rPr sz="1000"/>
              <a:t>Only water allowed in bedroom, no food / drinks.</a:t>
            </a:r>
          </a:p>
          <a:p>
            <a:r>
              <a:rPr sz="1000"/>
              <a:t>Additional guest needs prior approval.</a:t>
            </a:r>
          </a:p>
          <a:p>
            <a:r>
              <a:rPr sz="1000"/>
              <a:t>Light cooking permitted but not heavy cooking. Request to clean up kitchen after cooking.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#7 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$91/night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2 guests  •  4.6★ (91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airbnb.com/rooms/856745751280489171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000"/>
              <a:t>- Eisemann Center for the Performing Arts - 0.4 miles</a:t>
            </a:r>
          </a:p>
          <a:p>
            <a:r>
              <a:rPr sz="1000"/>
              <a:t>- The Texas Pool - 2.4 miles</a:t>
            </a:r>
          </a:p>
          <a:p>
            <a:r>
              <a:rPr sz="1000"/>
              <a:t>- University of Texas at Dallas, Richardson - 2.5 miles</a:t>
            </a:r>
          </a:p>
          <a:p>
            <a:r>
              <a:rPr sz="1000"/>
              <a:t>- Cottonwood Park - 3.9 miles</a:t>
            </a:r>
          </a:p>
          <a:p>
            <a:r>
              <a:rPr sz="1000"/>
              <a:t>- Richland College - 4.2 miles</a:t>
            </a:r>
          </a:p>
          <a:p>
            <a:r>
              <a:rPr sz="1000"/>
              <a:t>- Watermark Community Church - 5.6 miles</a:t>
            </a:r>
          </a:p>
          <a:p>
            <a:r>
              <a:rPr sz="1000"/>
              <a:t>- Medical City Dallas - 6 miles</a:t>
            </a:r>
          </a:p>
          <a:p>
            <a:r>
              <a:rPr sz="1000"/>
              <a:t>- Royal Oaks Country Club - 6.9 miles</a:t>
            </a:r>
          </a:p>
          <a:p>
            <a:r>
              <a:rPr sz="1000"/>
              <a:t>- The Galleria Dallas - 7.3 miles</a:t>
            </a:r>
          </a:p>
          <a:p>
            <a:r>
              <a:rPr sz="1000"/>
              <a:t>- Addison Airport (ADS) - 7.5 miles</a:t>
            </a:r>
          </a:p>
          <a:p>
            <a:r>
              <a:rPr sz="10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#8 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$91/night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0BR / 1.0ba  •  2 guests  •  None★ (0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airbnb.com/rooms/1602414120055917517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000"/>
              <a:t>- Eisemann Center for the Performing Arts - 0.4 miles</a:t>
            </a:r>
          </a:p>
          <a:p>
            <a:r>
              <a:rPr sz="1000"/>
              <a:t>- The Texas Pool - 2.4 miles</a:t>
            </a:r>
          </a:p>
          <a:p>
            <a:r>
              <a:rPr sz="1000"/>
              <a:t>- University of Texas at Dallas, Richardson - 2.5 miles</a:t>
            </a:r>
          </a:p>
          <a:p>
            <a:r>
              <a:rPr sz="1000"/>
              <a:t>- Cottonwood Park - 3.9 miles</a:t>
            </a:r>
          </a:p>
          <a:p>
            <a:r>
              <a:rPr sz="1000"/>
              <a:t>- Richland College - 4.2 miles</a:t>
            </a:r>
          </a:p>
          <a:p>
            <a:r>
              <a:rPr sz="1000"/>
              <a:t>- Watermark Community Church - 5.6 miles</a:t>
            </a:r>
          </a:p>
          <a:p>
            <a:r>
              <a:rPr sz="1000"/>
              <a:t>- Medical City Dallas - 6 miles</a:t>
            </a:r>
          </a:p>
          <a:p>
            <a:r>
              <a:rPr sz="1000"/>
              <a:t>- Royal Oaks Country Club - 6.9 miles</a:t>
            </a:r>
          </a:p>
          <a:p>
            <a:r>
              <a:rPr sz="1000"/>
              <a:t>- The Galleria Dallas - 7.3 miles</a:t>
            </a:r>
          </a:p>
          <a:p>
            <a:r>
              <a:rPr sz="1000"/>
              <a:t>- Addison Airport (ADS) - 7.5 miles</a:t>
            </a:r>
          </a:p>
          <a:p>
            <a:r>
              <a:rPr sz="10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#9 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$91/night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2 guests  •  4.0★ (8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airbnb.com/rooms/856742705606008442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000"/>
              <a:t>- Eisemann Center for the Performing Arts - 0.4 miles</a:t>
            </a:r>
          </a:p>
          <a:p>
            <a:r>
              <a:rPr sz="1000"/>
              <a:t>- The Texas Pool - 2.4 miles</a:t>
            </a:r>
          </a:p>
          <a:p>
            <a:r>
              <a:rPr sz="1000"/>
              <a:t>- University of Texas at Dallas, Richardson - 2.5 miles</a:t>
            </a:r>
          </a:p>
          <a:p>
            <a:r>
              <a:rPr sz="1000"/>
              <a:t>- Cottonwood Park - 3.9 miles</a:t>
            </a:r>
          </a:p>
          <a:p>
            <a:r>
              <a:rPr sz="1000"/>
              <a:t>- Richland College - 4.2 miles</a:t>
            </a:r>
          </a:p>
          <a:p>
            <a:r>
              <a:rPr sz="1000"/>
              <a:t>- Watermark Community Church - 5.6 miles</a:t>
            </a:r>
          </a:p>
          <a:p>
            <a:r>
              <a:rPr sz="1000"/>
              <a:t>- Medical City Dallas - 6 miles</a:t>
            </a:r>
          </a:p>
          <a:p>
            <a:r>
              <a:rPr sz="1000"/>
              <a:t>- Royal Oaks Country Club - 6.9 miles</a:t>
            </a:r>
          </a:p>
          <a:p>
            <a:r>
              <a:rPr sz="1000"/>
              <a:t>- The Galleria Dallas - 7.3 miles</a:t>
            </a:r>
          </a:p>
          <a:p>
            <a:r>
              <a:rPr sz="1000"/>
              <a:t>- Addison Airport (ADS) - 7.5 miles</a:t>
            </a:r>
          </a:p>
          <a:p>
            <a:r>
              <a:rPr sz="10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#10  Sonesta ES Suites Dallas Richardson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$94/night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0BR / 0.0ba  •  4 guests  •  4.14★ (35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N/A    🔗 </a:t>
            </a:r>
            <a:r>
              <a:rPr lang="en-US">
                <a:hlinkClick r:id="rId2"/>
              </a:rPr>
              <a:t>airbnb.com/rooms/1632681877027057107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1091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Photo ID and credit card required at check in.</a:t>
            </a:r>
          </a:p>
          <a:p>
            <a:r>
              <a:rPr sz="1100"/>
              <a:t>No pets.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#11 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$101/night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4 guests  •  4.67★ (3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airbnb.com/rooms/1074709633584445021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000"/>
              <a:t>- Eisemann Center for the Performing Arts - 0.4 miles</a:t>
            </a:r>
          </a:p>
          <a:p>
            <a:r>
              <a:rPr sz="1000"/>
              <a:t>- The Texas Pool - 2.4 miles</a:t>
            </a:r>
          </a:p>
          <a:p>
            <a:r>
              <a:rPr sz="1000"/>
              <a:t>- University of Texas at Dallas, Richardson - 2.5 miles</a:t>
            </a:r>
          </a:p>
          <a:p>
            <a:r>
              <a:rPr sz="1000"/>
              <a:t>- Cottonwood Park - 3.9 miles</a:t>
            </a:r>
          </a:p>
          <a:p>
            <a:r>
              <a:rPr sz="1000"/>
              <a:t>- Richland College - 4.2 miles</a:t>
            </a:r>
          </a:p>
          <a:p>
            <a:r>
              <a:rPr sz="1000"/>
              <a:t>- Watermark Community Church - 5.6 miles</a:t>
            </a:r>
          </a:p>
          <a:p>
            <a:r>
              <a:rPr sz="1000"/>
              <a:t>- Medical City Dallas - 6 miles</a:t>
            </a:r>
          </a:p>
          <a:p>
            <a:r>
              <a:rPr sz="1000"/>
              <a:t>- Royal Oaks Country Club - 6.9 miles</a:t>
            </a:r>
          </a:p>
          <a:p>
            <a:r>
              <a:rPr sz="1000"/>
              <a:t>- The Galleria Dallas - 7.3 miles</a:t>
            </a:r>
          </a:p>
          <a:p>
            <a:r>
              <a:rPr sz="1000"/>
              <a:t>- Addison Airport (ADS) - 7.5 miles</a:t>
            </a:r>
          </a:p>
          <a:p>
            <a:r>
              <a:rPr sz="10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#12 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$103/night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3 guests  •  4.3★ (43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airbnb.com/rooms/863678529922646230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3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900"/>
              <a:t>- Charles W. Eisemann Center for Performing Arts – 0.4 mile;</a:t>
            </a:r>
          </a:p>
          <a:p>
            <a:r>
              <a:rPr sz="900"/>
              <a:t>- Galatyn Woodland Preserve – 0.6 mile;</a:t>
            </a:r>
          </a:p>
          <a:p>
            <a:r>
              <a:rPr sz="900"/>
              <a:t>- Altitude Trampoline Park in Richardson – 1.4 miles;</a:t>
            </a:r>
          </a:p>
          <a:p>
            <a:r>
              <a:rPr sz="900"/>
              <a:t>- Heights Family Aquatic Center – 3.1 miles;</a:t>
            </a:r>
          </a:p>
          <a:p>
            <a:r>
              <a:rPr sz="900"/>
              <a:t>- Interurban Railway Museum – 3.5 miles;</a:t>
            </a:r>
          </a:p>
          <a:p>
            <a:r>
              <a:rPr sz="900"/>
              <a:t>- UT Dallas Alumni Disc Golf Course – 3.6 miles;</a:t>
            </a:r>
          </a:p>
          <a:p>
            <a:r>
              <a:rPr sz="900"/>
              <a:t>- Point North Park – 3.8 miles;</a:t>
            </a:r>
          </a:p>
          <a:p>
            <a:r>
              <a:rPr sz="900"/>
              <a:t>- Hawaiian Falls Garland – 5.3 miles;</a:t>
            </a:r>
          </a:p>
          <a:p>
            <a:r>
              <a:rPr sz="900"/>
              <a:t>- Breckinridge Park – 5.5 miles;</a:t>
            </a:r>
          </a:p>
          <a:p>
            <a:r>
              <a:rPr sz="900"/>
              <a:t>- Garland – 8.3 miles;</a:t>
            </a:r>
          </a:p>
          <a:p>
            <a:r>
              <a:rPr sz="900"/>
              <a:t>- Galleria Dallas – 9.2 miles;</a:t>
            </a:r>
          </a:p>
          <a:p>
            <a:r>
              <a:rPr sz="900"/>
              <a:t>- NorthPark Center – 9.5 miles;</a:t>
            </a:r>
          </a:p>
          <a:p>
            <a:r>
              <a:rPr sz="900"/>
              <a:t>- Addison Airport (ADS) - 14.0 miles;</a:t>
            </a:r>
          </a:p>
          <a:p>
            <a:r>
              <a:rPr sz="9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#13 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$103/night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3 guests  •  4.19★ (16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airbnb.com/rooms/863677681480472481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3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900"/>
              <a:t>- Charles W. Eisemann Center for Performing Arts – 0.4 mile;</a:t>
            </a:r>
          </a:p>
          <a:p>
            <a:r>
              <a:rPr sz="900"/>
              <a:t>- Galatyn Woodland Preserve – 0.6 mile;</a:t>
            </a:r>
          </a:p>
          <a:p>
            <a:r>
              <a:rPr sz="900"/>
              <a:t>- Altitude Trampoline Park in Richardson – 1.4 miles;</a:t>
            </a:r>
          </a:p>
          <a:p>
            <a:r>
              <a:rPr sz="900"/>
              <a:t>- Heights Family Aquatic Center – 3.1 miles;</a:t>
            </a:r>
          </a:p>
          <a:p>
            <a:r>
              <a:rPr sz="900"/>
              <a:t>- Interurban Railway Museum – 3.5 miles;</a:t>
            </a:r>
          </a:p>
          <a:p>
            <a:r>
              <a:rPr sz="900"/>
              <a:t>- UT Dallas Alumni Disc Golf Course – 3.6 miles;</a:t>
            </a:r>
          </a:p>
          <a:p>
            <a:r>
              <a:rPr sz="900"/>
              <a:t>- Point North Park – 3.8 miles;</a:t>
            </a:r>
          </a:p>
          <a:p>
            <a:r>
              <a:rPr sz="900"/>
              <a:t>- Hawaiian Falls Garland – 5.3 miles;</a:t>
            </a:r>
          </a:p>
          <a:p>
            <a:r>
              <a:rPr sz="900"/>
              <a:t>- Breckinridge Park – 5.5 miles;</a:t>
            </a:r>
          </a:p>
          <a:p>
            <a:r>
              <a:rPr sz="900"/>
              <a:t>- Garland – 8.3 miles;</a:t>
            </a:r>
          </a:p>
          <a:p>
            <a:r>
              <a:rPr sz="900"/>
              <a:t>- Galleria Dallas – 9.2 miles;</a:t>
            </a:r>
          </a:p>
          <a:p>
            <a:r>
              <a:rPr sz="900"/>
              <a:t>- NorthPark Center – 9.5 miles;</a:t>
            </a:r>
          </a:p>
          <a:p>
            <a:r>
              <a:rPr sz="900"/>
              <a:t>- Addison Airport (ADS) - 14.0 miles;</a:t>
            </a:r>
          </a:p>
          <a:p>
            <a:r>
              <a:rPr sz="9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#14 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$103/night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3 guests  •  4.38★ (8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airbnb.com/rooms/863680515896404484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3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900"/>
              <a:t>- Charles W. Eisemann Center for Performing Arts – 0.4 mile;</a:t>
            </a:r>
          </a:p>
          <a:p>
            <a:r>
              <a:rPr sz="900"/>
              <a:t>- Galatyn Woodland Preserve – 0.6 mile;</a:t>
            </a:r>
          </a:p>
          <a:p>
            <a:r>
              <a:rPr sz="900"/>
              <a:t>- Altitude Trampoline Park in Richardson – 1.4 miles;</a:t>
            </a:r>
          </a:p>
          <a:p>
            <a:r>
              <a:rPr sz="900"/>
              <a:t>- Heights Family Aquatic Center – 3.1 miles;</a:t>
            </a:r>
          </a:p>
          <a:p>
            <a:r>
              <a:rPr sz="900"/>
              <a:t>- Interurban Railway Museum – 3.5 miles;</a:t>
            </a:r>
          </a:p>
          <a:p>
            <a:r>
              <a:rPr sz="900"/>
              <a:t>- UT Dallas Alumni Disc Golf Course – 3.6 miles;</a:t>
            </a:r>
          </a:p>
          <a:p>
            <a:r>
              <a:rPr sz="900"/>
              <a:t>- Point North Park – 3.8 miles;</a:t>
            </a:r>
          </a:p>
          <a:p>
            <a:r>
              <a:rPr sz="900"/>
              <a:t>- Hawaiian Falls Garland – 5.3 miles;</a:t>
            </a:r>
          </a:p>
          <a:p>
            <a:r>
              <a:rPr sz="900"/>
              <a:t>- Breckinridge Park – 5.5 miles;</a:t>
            </a:r>
          </a:p>
          <a:p>
            <a:r>
              <a:rPr sz="900"/>
              <a:t>- Garland – 8.3 miles;</a:t>
            </a:r>
          </a:p>
          <a:p>
            <a:r>
              <a:rPr sz="900"/>
              <a:t>- Galleria Dallas – 9.2 miles;</a:t>
            </a:r>
          </a:p>
          <a:p>
            <a:r>
              <a:rPr sz="900"/>
              <a:t>- NorthPark Center – 9.5 miles;</a:t>
            </a:r>
          </a:p>
          <a:p>
            <a:r>
              <a:rPr sz="900"/>
              <a:t>- Addison Airport (ADS) - 14.0 miles;</a:t>
            </a:r>
          </a:p>
          <a:p>
            <a:r>
              <a:rPr sz="9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#15 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$103/night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0BR / 0.0ba  •  2 guests  •  4.8★ (5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airbnb.com/rooms/1722656637370406535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#16  Hotel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$105/night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2 guests  •  5.0★ (3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Dallas    🔗 </a:t>
            </a:r>
            <a:r>
              <a:rPr lang="en-US">
                <a:hlinkClick r:id="rId2"/>
              </a:rPr>
              <a:t>airbnb.com/rooms/1543556654241514400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3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900"/>
              <a:t>Galleria Dallas - 5 miles</a:t>
            </a:r>
          </a:p>
          <a:p>
            <a:r>
              <a:rPr sz="900"/>
              <a:t>NorthPark Center - 7 miles</a:t>
            </a:r>
          </a:p>
          <a:p>
            <a:r>
              <a:rPr sz="900"/>
              <a:t>Southern Methodist University - 8 miles</a:t>
            </a:r>
          </a:p>
          <a:p>
            <a:r>
              <a:rPr sz="900"/>
              <a:t>White Rock Lake - 9 miles</a:t>
            </a:r>
          </a:p>
          <a:p>
            <a:r>
              <a:rPr sz="900"/>
              <a:t>Dallas Arboretum &amp; Botanical Garden - 10 miles</a:t>
            </a:r>
          </a:p>
          <a:p>
            <a:r>
              <a:rPr sz="900"/>
              <a:t>George W. Bush Presidential Center - 10 miles</a:t>
            </a:r>
          </a:p>
          <a:p>
            <a:r>
              <a:rPr sz="900"/>
              <a:t>AT&amp;T Performing Arts Center - 12 miles</a:t>
            </a:r>
          </a:p>
          <a:p>
            <a:r>
              <a:rPr sz="900"/>
              <a:t>Nasher Sculpture Center - 12 miles</a:t>
            </a:r>
          </a:p>
          <a:p>
            <a:r>
              <a:rPr sz="900"/>
              <a:t>Dallas Museum of Art - 12 miles</a:t>
            </a:r>
          </a:p>
          <a:p>
            <a:r>
              <a:rPr sz="900"/>
              <a:t>John F. Kennedy Memorial Plaza - 13 miles</a:t>
            </a:r>
          </a:p>
          <a:p>
            <a:r>
              <a:rPr sz="900"/>
              <a:t>Airports:</a:t>
            </a:r>
          </a:p>
          <a:p>
            <a:r>
              <a:rPr sz="900"/>
              <a:t>- Dallas Love Field Airport - 12 miles</a:t>
            </a:r>
          </a:p>
          <a:p>
            <a:r>
              <a:rPr sz="900"/>
              <a:t>- Dallas/Fort Worth International Airport - 19 miles</a:t>
            </a:r>
          </a:p>
          <a:p>
            <a:r>
              <a:rPr sz="9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#17  Hotel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$105/night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4 guests  •  None★ (0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Dallas    🔗 </a:t>
            </a:r>
            <a:r>
              <a:rPr lang="en-US">
                <a:hlinkClick r:id="rId2"/>
              </a:rPr>
              <a:t>airbnb.com/rooms/1543556658554637187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3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900"/>
              <a:t>Galleria Dallas - 5 miles</a:t>
            </a:r>
          </a:p>
          <a:p>
            <a:r>
              <a:rPr sz="900"/>
              <a:t>NorthPark Center - 7 miles</a:t>
            </a:r>
          </a:p>
          <a:p>
            <a:r>
              <a:rPr sz="900"/>
              <a:t>Southern Methodist University - 8 miles</a:t>
            </a:r>
          </a:p>
          <a:p>
            <a:r>
              <a:rPr sz="900"/>
              <a:t>White Rock Lake - 9 miles</a:t>
            </a:r>
          </a:p>
          <a:p>
            <a:r>
              <a:rPr sz="900"/>
              <a:t>Dallas Arboretum &amp; Botanical Garden - 10 miles</a:t>
            </a:r>
          </a:p>
          <a:p>
            <a:r>
              <a:rPr sz="900"/>
              <a:t>George W. Bush Presidential Center - 10 miles</a:t>
            </a:r>
          </a:p>
          <a:p>
            <a:r>
              <a:rPr sz="900"/>
              <a:t>AT&amp;T Performing Arts Center - 12 miles</a:t>
            </a:r>
          </a:p>
          <a:p>
            <a:r>
              <a:rPr sz="900"/>
              <a:t>Nasher Sculpture Center - 12 miles</a:t>
            </a:r>
          </a:p>
          <a:p>
            <a:r>
              <a:rPr sz="900"/>
              <a:t>Dallas Museum of Art - 12 miles</a:t>
            </a:r>
          </a:p>
          <a:p>
            <a:r>
              <a:rPr sz="900"/>
              <a:t>John F. Kennedy Memorial Plaza - 13 miles</a:t>
            </a:r>
          </a:p>
          <a:p>
            <a:r>
              <a:rPr sz="900"/>
              <a:t>Airports:</a:t>
            </a:r>
          </a:p>
          <a:p>
            <a:r>
              <a:rPr sz="900"/>
              <a:t>- Dallas Love Field Airport - 12 miles</a:t>
            </a:r>
          </a:p>
          <a:p>
            <a:r>
              <a:rPr sz="900"/>
              <a:t>- Dallas/Fort Worth International Airport - 19 miles</a:t>
            </a:r>
          </a:p>
          <a:p>
            <a:r>
              <a:rPr sz="9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#18 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$106/night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0BR / 1.0ba  •  4 guests  •  4.67★ (3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airbnb.com/rooms/1602419293474689547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000"/>
              <a:t>- Eisemann Center for the Performing Arts - 0.4 miles</a:t>
            </a:r>
          </a:p>
          <a:p>
            <a:r>
              <a:rPr sz="1000"/>
              <a:t>- The Texas Pool - 2.4 miles</a:t>
            </a:r>
          </a:p>
          <a:p>
            <a:r>
              <a:rPr sz="1000"/>
              <a:t>- University of Texas at Dallas, Richardson - 2.5 miles</a:t>
            </a:r>
          </a:p>
          <a:p>
            <a:r>
              <a:rPr sz="1000"/>
              <a:t>- Cottonwood Park - 3.9 miles</a:t>
            </a:r>
          </a:p>
          <a:p>
            <a:r>
              <a:rPr sz="1000"/>
              <a:t>- Richland College - 4.2 miles</a:t>
            </a:r>
          </a:p>
          <a:p>
            <a:r>
              <a:rPr sz="1000"/>
              <a:t>- Watermark Community Church - 5.6 miles</a:t>
            </a:r>
          </a:p>
          <a:p>
            <a:r>
              <a:rPr sz="1000"/>
              <a:t>- Medical City Dallas - 6 miles</a:t>
            </a:r>
          </a:p>
          <a:p>
            <a:r>
              <a:rPr sz="1000"/>
              <a:t>- Royal Oaks Country Club - 6.9 miles</a:t>
            </a:r>
          </a:p>
          <a:p>
            <a:r>
              <a:rPr sz="1000"/>
              <a:t>- The Galleria Dallas - 7.3 miles</a:t>
            </a:r>
          </a:p>
          <a:p>
            <a:r>
              <a:rPr sz="1000"/>
              <a:t>- Addison Airport (ADS) - 7.5 miles</a:t>
            </a:r>
          </a:p>
          <a:p>
            <a:r>
              <a:rPr sz="10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#19 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$106/night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4 guests  •  4.58★ (100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airbnb.com/rooms/856740122989912859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000"/>
              <a:t>- Eisemann Center for the Performing Arts - 0.4 miles</a:t>
            </a:r>
          </a:p>
          <a:p>
            <a:r>
              <a:rPr sz="1000"/>
              <a:t>- The Texas Pool - 2.4 miles</a:t>
            </a:r>
          </a:p>
          <a:p>
            <a:r>
              <a:rPr sz="1000"/>
              <a:t>- University of Texas at Dallas, Richardson - 2.5 miles</a:t>
            </a:r>
          </a:p>
          <a:p>
            <a:r>
              <a:rPr sz="1000"/>
              <a:t>- Cottonwood Park - 3.9 miles</a:t>
            </a:r>
          </a:p>
          <a:p>
            <a:r>
              <a:rPr sz="1000"/>
              <a:t>- Richland College - 4.2 miles</a:t>
            </a:r>
          </a:p>
          <a:p>
            <a:r>
              <a:rPr sz="1000"/>
              <a:t>- Watermark Community Church - 5.6 miles</a:t>
            </a:r>
          </a:p>
          <a:p>
            <a:r>
              <a:rPr sz="1000"/>
              <a:t>- Medical City Dallas - 6 miles</a:t>
            </a:r>
          </a:p>
          <a:p>
            <a:r>
              <a:rPr sz="1000"/>
              <a:t>- Royal Oaks Country Club - 6.9 miles</a:t>
            </a:r>
          </a:p>
          <a:p>
            <a:r>
              <a:rPr sz="1000"/>
              <a:t>- The Galleria Dallas - 7.3 miles</a:t>
            </a:r>
          </a:p>
          <a:p>
            <a:r>
              <a:rPr sz="1000"/>
              <a:t>- Addison Airport (ADS) - 7.5 miles</a:t>
            </a:r>
          </a:p>
          <a:p>
            <a:r>
              <a:rPr sz="10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#20 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7432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FF5A5F"/>
                </a:solidFill>
              </a:defRPr>
            </a:pPr>
            <a:r>
              <a:t>$106/night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1BR / 1.0ba  •  4 guests  •  4.0★ (1 reviews)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📍 Richardson    🔗 </a:t>
            </a:r>
            <a:r>
              <a:rPr lang="en-US">
                <a:hlinkClick r:id="rId2"/>
              </a:rPr>
              <a:t>airbnb.com/rooms/856738581530896919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Location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rPr sz="1000"/>
              <a:t>- Eisemann Center for the Performing Arts - 0.4 miles</a:t>
            </a:r>
          </a:p>
          <a:p>
            <a:r>
              <a:rPr sz="1000"/>
              <a:t>- The Texas Pool - 2.4 miles</a:t>
            </a:r>
          </a:p>
          <a:p>
            <a:r>
              <a:rPr sz="1000"/>
              <a:t>- University of Texas at Dallas, Richardson - 2.5 miles</a:t>
            </a:r>
          </a:p>
          <a:p>
            <a:r>
              <a:rPr sz="1000"/>
              <a:t>- Cottonwood Park - 3.9 miles</a:t>
            </a:r>
          </a:p>
          <a:p>
            <a:r>
              <a:rPr sz="1000"/>
              <a:t>- Richland College - 4.2 miles</a:t>
            </a:r>
          </a:p>
          <a:p>
            <a:r>
              <a:rPr sz="1000"/>
              <a:t>- Watermark Community Church - 5.6 miles</a:t>
            </a:r>
          </a:p>
          <a:p>
            <a:r>
              <a:rPr sz="1000"/>
              <a:t>- Medical City Dallas - 6 miles</a:t>
            </a:r>
          </a:p>
          <a:p>
            <a:r>
              <a:rPr sz="1000"/>
              <a:t>- Royal Oaks Country Club - 6.9 miles</a:t>
            </a:r>
          </a:p>
          <a:p>
            <a:r>
              <a:rPr sz="1000"/>
              <a:t>- The Galleria Dallas - 7.3 miles</a:t>
            </a:r>
          </a:p>
          <a:p>
            <a:r>
              <a:rPr sz="1000"/>
              <a:t>- Addison Airport (ADS) - 7.5 miles</a:t>
            </a:r>
          </a:p>
          <a:p>
            <a:r>
              <a:rPr sz="1000"/>
              <a:t>Uber or Lyft are the best modes of transportation in the area. You can also rent a car and drive your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2011680"/>
            <a:ext cx="54086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rPr sz="1400"/>
              <a:t>House Rules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rPr sz="1100"/>
              <a:t>✦ The minimum age required for check-in is 21 years old.</a:t>
            </a:r>
          </a:p>
          <a:p>
            <a:r>
              <a:rPr sz="1100"/>
              <a:t>✦ Please ensure you have a valid ID for check-in, as it is mandatory for entry.</a:t>
            </a:r>
          </a:p>
          <a:p>
            <a:r>
              <a:rPr sz="1100"/>
              <a:t>✦ A valid credit or debit card is required for the refundable security deposit and any offline fees displayed upon completing your Airbnb reservation.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3512</Words>
  <Application>Microsoft Office PowerPoint</Application>
  <PresentationFormat>Widescreen</PresentationFormat>
  <Paragraphs>373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 liang</cp:lastModifiedBy>
  <cp:revision>2</cp:revision>
  <dcterms:created xsi:type="dcterms:W3CDTF">2013-01-27T09:14:16Z</dcterms:created>
  <dcterms:modified xsi:type="dcterms:W3CDTF">2026-08-08T19:46:20Z</dcterms:modified>
  <cp:category/>
</cp:coreProperties>
</file>